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VANGUARDZ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A90E2"/>
                </a:solidFill>
                <a:latin typeface="Arial"/>
              </a:defRPr>
            </a:pPr>
            <a:r>
              <a:t>Game Pitch &amp;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Arial"/>
              </a:defRPr>
            </a:pPr>
            <a:r>
              <a:t>Lead Game Designer: Kaizzcer</a:t>
            </a:r>
            <a:br/>
            <a:r>
              <a:t>Copyright © 2026 Kaizzcer.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Story Matrix &amp; Narrative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The Narrative</a:t>
            </a:r>
            <a:r>
              <a:t>: Slipped alone into the dark stardust to clear a path out of the shadows for the weary fleet.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Tactical Sacrifice (Wave 100)</a:t>
            </a:r>
            <a:r>
              <a:t>: Final level features the unbeatable boss </a:t>
            </a:r>
            <a:r>
              <a:rPr i="1"/>
              <a:t>Void Emperor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Heroic Ending</a:t>
            </a:r>
            <a:r>
              <a:t>: Ship destruction at Wave 100 triggers a final explosion, clearing the imperial warp shields to ensure fleet victory.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Frontend React Matrix</a:t>
            </a:r>
            <a:r>
              <a:t>: Built on React 19.2 and Vite 8.1 for fast bundle compilation and performance.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HTML5 Canvas Engine</a:t>
            </a:r>
            <a:r>
              <a:t>: Coordinates particles, laser draws, scrolling starfields, and physics loops at 60fps.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Node &amp; WebSockets</a:t>
            </a:r>
            <a:r>
              <a:t>: Manages rooms, registers player coordinates, and syncs game states instantly.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Web Audio API Synthesis</a:t>
            </a:r>
            <a:r>
              <a:t>: Synthesizes procedural mechanical key-clicks, laser fires, and dynamic tempos.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Squadron Game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Callsign Registration</a:t>
            </a:r>
            <a:r>
              <a:t>: Saves pilot Call Sign and spacecraft signatures locally.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Lobby Frequency Sync</a:t>
            </a:r>
            <a:r>
              <a:t>: Establishes real-time connection with up to 3 pilots per room.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Hangar Docking Bays</a:t>
            </a:r>
            <a:r>
              <a:t>: Triggers every 5 waves, allowing players to adjust skills loadout.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Typing Play Loop</a:t>
            </a:r>
            <a:r>
              <a:t>: Integrates keyboard strokes to trigger laser beams and target clearing.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Hostile Enemy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30 Unique Enemy Classes</a:t>
            </a:r>
            <a:r>
              <a:t>: Created to provide distinct visual profiles and typing challenges.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Drone/Swarmer Classes</a:t>
            </a:r>
            <a:r>
              <a:t>: Nova Swarmer and Helix Minion utilize rapid sinusoidal and spiral flight patterns.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Heavy Cruisers</a:t>
            </a:r>
            <a:r>
              <a:t>: Void Drifter and Titan Dreadnought require heavy typing loads (up to 12 character words).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Special Jammers</a:t>
            </a:r>
            <a:r>
              <a:t>: Pulse Disruptor and Magnetar Pulsar scramble controls or lock skills upon spawning.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Dynamic Audio &amp; Sound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Zero-Byte Soundtrack</a:t>
            </a:r>
            <a:r>
              <a:t>: Music is generated in real-time using low-frequency oscillators (LFOs) and sub-bass tracks.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Melodic Tempo Scaling</a:t>
            </a:r>
            <a:r>
              <a:t>: Synths accelerate BPM dynamically as waves speed up, enhancing user tension.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Key Click Modeling</a:t>
            </a:r>
            <a:r>
              <a:t>: Custom physical key-click modeling (5500Hz bandpass click + 80Hz thud) with pitch variation.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Explosion &amp; Laser Sweep</a:t>
            </a:r>
            <a:r>
              <a:t>: Procedural frequency sweeps modulate sawtooth waves to simulate heavy impacts.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Game Rules &amp; Scoring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Color Signature Locks</a:t>
            </a:r>
            <a:r>
              <a:t>: Co-op features color-coded targets matching pilot signatures (meteors are shared).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Accuracy Combo Multiplier</a:t>
            </a:r>
            <a:r>
              <a:t>: Every 10 consecutive correct letters increases the score multiplier up to 5x.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Typo Penalties</a:t>
            </a:r>
            <a:r>
              <a:t>: Missed keystrokes cause screens to shake and instantly reset active multipliers.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Pilot Controls &amp; Loadouts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Typing Vector [A - Z]</a:t>
            </a:r>
            <a:r>
              <a:t>: Hit call letters corresponding to highlighted targets to discharge laser guns.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Equipped Skill Slots [1, 2, 3]</a:t>
            </a:r>
            <a:r>
              <a:t>: Trigger loadouts like </a:t>
            </a:r>
            <a:r>
              <a:rPr i="1"/>
              <a:t>EMP Discharge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Pause Sync [Escape]</a:t>
            </a:r>
            <a:r>
              <a:t>: Pauses game loop in solo; requests room-pause votes in multiplayer.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E2"/>
                </a:solidFill>
                <a:latin typeface="Arial"/>
              </a:defRPr>
            </a:pPr>
            <a:r>
              <a:t>Conclusion &amp; Copyright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High-Aesthetic Presentation</a:t>
            </a:r>
            <a:r>
              <a:t>: Blends robust cyberpunk aesthetics with professional typing performance.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Stable Version 2.0</a:t>
            </a:r>
            <a:r>
              <a:t>: Verified with zero memory leaks, optimized WebSocket networking, and clean audio.</a:t>
            </a:r>
          </a:p>
          <a:p>
            <a:pPr>
              <a:spcAft>
                <a:spcPts val="2400"/>
              </a:spcAft>
              <a:defRPr sz="1500">
                <a:solidFill>
                  <a:srgbClr val="D2D6E6"/>
                </a:solidFill>
                <a:latin typeface="Arial"/>
              </a:defRPr>
            </a:pPr>
            <a:r>
              <a:rPr b="1"/>
              <a:t>Copyright Verification</a:t>
            </a:r>
            <a:r>
              <a:t>: Designed by Kaizzcer. Copyright © 2026.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</a:defRPr>
            </a:pPr>
            <a:r>
              <a:t>VANGUARDZ | Kaizzcer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